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jpeg" ContentType="image/jpeg"/>
  <Override PartName="/ppt/media/image2.png" ContentType="image/png"/>
  <Override PartName="/ppt/media/image5.png" ContentType="image/png"/>
  <Override PartName="/ppt/media/image3.jpeg" ContentType="image/jpeg"/>
  <Override PartName="/ppt/media/image4.png" ContentType="image/png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556280" y="1349280"/>
            <a:ext cx="7085520" cy="29383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708552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82240" y="88560"/>
            <a:ext cx="6739200" cy="37393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1556280" y="288432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86880" y="288432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1556280" y="2884320"/>
            <a:ext cx="70855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70855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556280" y="2884320"/>
            <a:ext cx="70855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1556280" y="288432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86880" y="288432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952080" y="134928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347880" y="134928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1556280" y="288432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952080" y="288432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347880" y="288432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556280" y="1349280"/>
            <a:ext cx="7085520" cy="29383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708552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182240" y="88560"/>
            <a:ext cx="6739200" cy="373932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1556280" y="288432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2938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186880" y="288432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1556280" y="2884320"/>
            <a:ext cx="70855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70855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1556280" y="2884320"/>
            <a:ext cx="70855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5186880" y="134928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1556280" y="288432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5186880" y="2884320"/>
            <a:ext cx="345744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3952080" y="134928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6347880" y="134928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1556280" y="288432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3952080" y="288432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6347880" y="2884320"/>
            <a:ext cx="2281320" cy="1401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3047760" y="0"/>
            <a:ext cx="609552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285750" dir="10800000" dist="19044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2241360" y="1770120"/>
            <a:ext cx="6508800" cy="1603080"/>
          </a:xfrm>
          <a:prstGeom prst="rect">
            <a:avLst/>
          </a:prstGeom>
          <a:solidFill>
            <a:srgbClr val="2a4565"/>
          </a:solidFill>
          <a:ln>
            <a:noFill/>
          </a:ln>
          <a:effectLst>
            <a:outerShdw algn="bl" blurRad="214313" dir="5400000" dist="475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2935440" y="1846080"/>
            <a:ext cx="5814720" cy="910440"/>
          </a:xfrm>
          <a:prstGeom prst="rect">
            <a:avLst/>
          </a:prstGeom>
        </p:spPr>
        <p:txBody>
          <a:bodyPr tIns="91440" bIns="91440" anchor="b">
            <a:noAutofit/>
          </a:bodyPr>
          <a:p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Google Shape;14;p2" descr=""/>
          <p:cNvPicPr/>
          <p:nvPr/>
        </p:nvPicPr>
        <p:blipFill>
          <a:blip r:embed="rId3"/>
          <a:stretch/>
        </p:blipFill>
        <p:spPr>
          <a:xfrm>
            <a:off x="-30600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16;p3" descr=""/>
          <p:cNvPicPr/>
          <p:nvPr/>
        </p:nvPicPr>
        <p:blipFill>
          <a:blip r:embed="rId3"/>
          <a:stretch/>
        </p:blipFill>
        <p:spPr>
          <a:xfrm>
            <a:off x="-306000" y="0"/>
            <a:ext cx="9143640" cy="5143320"/>
          </a:xfrm>
          <a:prstGeom prst="rect">
            <a:avLst/>
          </a:prstGeom>
          <a:ln>
            <a:noFill/>
          </a:ln>
        </p:spPr>
      </p:pic>
      <p:sp>
        <p:nvSpPr>
          <p:cNvPr id="42" name="CustomShape 1"/>
          <p:cNvSpPr/>
          <p:nvPr/>
        </p:nvSpPr>
        <p:spPr>
          <a:xfrm>
            <a:off x="1271160" y="0"/>
            <a:ext cx="7872480" cy="51433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algn="bl" blurRad="285750" dir="10800000" dist="190440" rotWithShape="0">
              <a:srgbClr val="000000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556280" y="1349280"/>
            <a:ext cx="7085520" cy="2938320"/>
          </a:xfrm>
          <a:prstGeom prst="rect">
            <a:avLst/>
          </a:prstGeom>
        </p:spPr>
        <p:txBody>
          <a:bodyPr tIns="91440" bIns="91440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請按這裡編輯大綱文字格式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第二個大綱層次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第三個大綱層次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第四個大綱層次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第五個大綱層次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第六個大綱層次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第七個大綱層次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CustomShape 3"/>
          <p:cNvSpPr/>
          <p:nvPr/>
        </p:nvSpPr>
        <p:spPr>
          <a:xfrm>
            <a:off x="7943760" y="87840"/>
            <a:ext cx="806400" cy="806400"/>
          </a:xfrm>
          <a:prstGeom prst="rect">
            <a:avLst/>
          </a:prstGeom>
          <a:solidFill>
            <a:srgbClr val="ffffff">
              <a:alpha val="52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PlaceHolder 4"/>
          <p:cNvSpPr>
            <a:spLocks noGrp="1"/>
          </p:cNvSpPr>
          <p:nvPr>
            <p:ph type="sldNum"/>
          </p:nvPr>
        </p:nvSpPr>
        <p:spPr>
          <a:xfrm>
            <a:off x="8750520" y="4749840"/>
            <a:ext cx="39312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fld id="{8233469A-8C0B-4D72-9C7C-63586E35EDEB}" type="slidenum"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6" name="CustomShape 5"/>
          <p:cNvSpPr/>
          <p:nvPr/>
        </p:nvSpPr>
        <p:spPr>
          <a:xfrm>
            <a:off x="877680" y="88560"/>
            <a:ext cx="7872480" cy="806400"/>
          </a:xfrm>
          <a:prstGeom prst="rect">
            <a:avLst/>
          </a:prstGeom>
          <a:solidFill>
            <a:srgbClr val="2a4565"/>
          </a:solidFill>
          <a:ln>
            <a:noFill/>
          </a:ln>
          <a:effectLst>
            <a:outerShdw algn="bl" blurRad="214313" dir="5400000" dist="47520" rotWithShape="0">
              <a:srgbClr val="000000">
                <a:alpha val="2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7" name="CustomShape 6"/>
          <p:cNvSpPr/>
          <p:nvPr/>
        </p:nvSpPr>
        <p:spPr>
          <a:xfrm>
            <a:off x="1155600" y="87840"/>
            <a:ext cx="6739200" cy="806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" name="CustomShape 7"/>
          <p:cNvSpPr/>
          <p:nvPr/>
        </p:nvSpPr>
        <p:spPr>
          <a:xfrm>
            <a:off x="7943760" y="88560"/>
            <a:ext cx="806400" cy="806400"/>
          </a:xfrm>
          <a:prstGeom prst="rect">
            <a:avLst/>
          </a:prstGeom>
          <a:solidFill>
            <a:srgbClr val="ffffff">
              <a:alpha val="52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PlaceHolder 8"/>
          <p:cNvSpPr>
            <a:spLocks noGrp="1"/>
          </p:cNvSpPr>
          <p:nvPr>
            <p:ph type="title"/>
          </p:nvPr>
        </p:nvSpPr>
        <p:spPr>
          <a:xfrm>
            <a:off x="1182240" y="88560"/>
            <a:ext cx="6739200" cy="80640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請按這裡編輯題名文字格式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" name="Google Shape;25;p3" descr=""/>
          <p:cNvPicPr/>
          <p:nvPr/>
        </p:nvPicPr>
        <p:blipFill>
          <a:blip r:embed="rId4"/>
          <a:stretch/>
        </p:blipFill>
        <p:spPr>
          <a:xfrm>
            <a:off x="-306000" y="0"/>
            <a:ext cx="9143640" cy="5143320"/>
          </a:xfrm>
          <a:prstGeom prst="rect">
            <a:avLst/>
          </a:prstGeom>
          <a:ln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2351880" y="1760040"/>
            <a:ext cx="6343200" cy="162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pandas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  <a:ea typeface="Arial"/>
              </a:rPr>
              <a:t>效能調校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2351880" y="1760040"/>
            <a:ext cx="6343200" cy="162288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作業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1202400" y="88560"/>
            <a:ext cx="6739200" cy="8064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作業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Shape 2"/>
          <p:cNvSpPr txBox="1"/>
          <p:nvPr/>
        </p:nvSpPr>
        <p:spPr>
          <a:xfrm>
            <a:off x="8750520" y="4749840"/>
            <a:ext cx="393120" cy="393120"/>
          </a:xfrm>
          <a:prstGeom prst="rect">
            <a:avLst/>
          </a:prstGeom>
          <a:solidFill>
            <a:srgbClr val="2a4565"/>
          </a:solidFill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fld id="{DC9F5A59-89E4-47CB-8EA0-CC3680351714}" type="slidenum"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fld>
            <a:endParaRPr b="0" lang="en-US" sz="1200" spc="-1" strike="noStrike">
              <a:latin typeface="Times New Roman"/>
            </a:endParaRPr>
          </a:p>
        </p:txBody>
      </p:sp>
      <p:grpSp>
        <p:nvGrpSpPr>
          <p:cNvPr id="91" name="Group 3"/>
          <p:cNvGrpSpPr/>
          <p:nvPr/>
        </p:nvGrpSpPr>
        <p:grpSpPr>
          <a:xfrm>
            <a:off x="8141400" y="285120"/>
            <a:ext cx="430560" cy="413280"/>
            <a:chOff x="8141400" y="285120"/>
            <a:chExt cx="430560" cy="413280"/>
          </a:xfrm>
        </p:grpSpPr>
        <p:sp>
          <p:nvSpPr>
            <p:cNvPr id="92" name="CustomShape 4"/>
            <p:cNvSpPr/>
            <p:nvPr/>
          </p:nvSpPr>
          <p:spPr>
            <a:xfrm>
              <a:off x="8408160" y="285120"/>
              <a:ext cx="128520" cy="142200"/>
            </a:xfrm>
            <a:custGeom>
              <a:avLst/>
              <a:gdLst/>
              <a:ahLst/>
              <a:rect l="l" t="t" r="r" b="b"/>
              <a:pathLst>
                <a:path w="6449" h="7132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CustomShape 5"/>
            <p:cNvSpPr/>
            <p:nvPr/>
          </p:nvSpPr>
          <p:spPr>
            <a:xfrm>
              <a:off x="8213040" y="306360"/>
              <a:ext cx="102240" cy="118080"/>
            </a:xfrm>
            <a:custGeom>
              <a:avLst/>
              <a:gdLst/>
              <a:ahLst/>
              <a:rect l="l" t="t" r="r" b="b"/>
              <a:pathLst>
                <a:path w="5130" h="5936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CustomShape 6"/>
            <p:cNvSpPr/>
            <p:nvPr/>
          </p:nvSpPr>
          <p:spPr>
            <a:xfrm>
              <a:off x="8141400" y="510480"/>
              <a:ext cx="143640" cy="87120"/>
            </a:xfrm>
            <a:custGeom>
              <a:avLst/>
              <a:gdLst/>
              <a:ahLst/>
              <a:rect l="l" t="t" r="r" b="b"/>
              <a:pathLst>
                <a:path w="7205" h="4373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" name="CustomShape 7"/>
            <p:cNvSpPr/>
            <p:nvPr/>
          </p:nvSpPr>
          <p:spPr>
            <a:xfrm>
              <a:off x="8317440" y="570960"/>
              <a:ext cx="70920" cy="127440"/>
            </a:xfrm>
            <a:custGeom>
              <a:avLst/>
              <a:gdLst/>
              <a:ahLst/>
              <a:rect l="l" t="t" r="r" b="b"/>
              <a:pathLst>
                <a:path w="3567" h="6399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CustomShape 8"/>
            <p:cNvSpPr/>
            <p:nvPr/>
          </p:nvSpPr>
          <p:spPr>
            <a:xfrm>
              <a:off x="8443080" y="473040"/>
              <a:ext cx="128880" cy="71280"/>
            </a:xfrm>
            <a:custGeom>
              <a:avLst/>
              <a:gdLst/>
              <a:ahLst/>
              <a:rect l="l" t="t" r="r" b="b"/>
              <a:pathLst>
                <a:path w="6474" h="3591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CustomShape 9"/>
            <p:cNvSpPr/>
            <p:nvPr/>
          </p:nvSpPr>
          <p:spPr>
            <a:xfrm>
              <a:off x="8284320" y="410760"/>
              <a:ext cx="150840" cy="151200"/>
            </a:xfrm>
            <a:custGeom>
              <a:avLst/>
              <a:gdLst/>
              <a:ahLst/>
              <a:rect l="l" t="t" r="r" b="b"/>
              <a:pathLst>
                <a:path w="7572" h="7597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8" name="TextShape 10"/>
          <p:cNvSpPr txBox="1"/>
          <p:nvPr/>
        </p:nvSpPr>
        <p:spPr>
          <a:xfrm>
            <a:off x="1556280" y="1042200"/>
            <a:ext cx="7085520" cy="4015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marL="457200" indent="-393480">
              <a:lnSpc>
                <a:spcPct val="100000"/>
              </a:lnSpc>
              <a:spcBef>
                <a:spcPts val="601"/>
              </a:spcBef>
              <a:buClr>
                <a:srgbClr val="d9d9d9"/>
              </a:buClr>
              <a:buFont typeface="Barlow"/>
              <a:buChar char="▪"/>
            </a:pPr>
            <a:r>
              <a:rPr b="0" lang="en-US" sz="1800" spc="-1" strike="noStrike">
                <a:solidFill>
                  <a:srgbClr val="434343"/>
                </a:solidFill>
                <a:latin typeface="Arial"/>
                <a:ea typeface="Arial"/>
              </a:rPr>
              <a:t>作業目標</a:t>
            </a:r>
            <a:r>
              <a:rPr b="0" lang="en-US" sz="1800" spc="-1" strike="noStrike">
                <a:solidFill>
                  <a:srgbClr val="434343"/>
                </a:solidFill>
                <a:latin typeface="Arial"/>
                <a:ea typeface="Arial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2720">
              <a:lnSpc>
                <a:spcPct val="100000"/>
              </a:lnSpc>
              <a:spcBef>
                <a:spcPts val="601"/>
              </a:spcBef>
              <a:buClr>
                <a:srgbClr val="d9d9d9"/>
              </a:buClr>
              <a:buFont typeface="Barlow"/>
              <a:buAutoNum type="arabicPeriod"/>
            </a:pP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了解效能優化方法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93480">
              <a:lnSpc>
                <a:spcPct val="100000"/>
              </a:lnSpc>
              <a:spcBef>
                <a:spcPts val="601"/>
              </a:spcBef>
              <a:buClr>
                <a:srgbClr val="d9d9d9"/>
              </a:buClr>
              <a:buFont typeface="Barlow"/>
              <a:buChar char="▪"/>
            </a:pPr>
            <a:r>
              <a:rPr b="0" lang="en-US" sz="1800" spc="-1" strike="noStrike">
                <a:solidFill>
                  <a:srgbClr val="434343"/>
                </a:solidFill>
                <a:latin typeface="Arial"/>
                <a:ea typeface="Arial"/>
              </a:rPr>
              <a:t>作業重點</a:t>
            </a:r>
            <a:r>
              <a:rPr b="0" lang="en-US" sz="1800" spc="-1" strike="noStrike">
                <a:solidFill>
                  <a:srgbClr val="434343"/>
                </a:solidFill>
                <a:latin typeface="Arial"/>
                <a:ea typeface="Arial"/>
              </a:rPr>
              <a:t>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42720">
              <a:lnSpc>
                <a:spcPct val="100000"/>
              </a:lnSpc>
              <a:buClr>
                <a:srgbClr val="d9d9d9"/>
              </a:buClr>
              <a:buFont typeface="Barlow"/>
              <a:buAutoNum type="arabicPeriod"/>
            </a:pP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優化有很多面相可以切入，目前可以先以投影片方法為主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1182240" y="88560"/>
            <a:ext cx="6739200" cy="806400"/>
          </a:xfrm>
          <a:prstGeom prst="rect">
            <a:avLst/>
          </a:prstGeom>
          <a:noFill/>
          <a:ln>
            <a:noFill/>
          </a:ln>
        </p:spPr>
        <p:txBody>
          <a:bodyPr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Microsoft JhengHei"/>
                <a:ea typeface="Microsoft JhengHei"/>
              </a:rPr>
              <a:t>作業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8750520" y="4749840"/>
            <a:ext cx="393120" cy="393120"/>
          </a:xfrm>
          <a:prstGeom prst="rect">
            <a:avLst/>
          </a:prstGeom>
          <a:solidFill>
            <a:srgbClr val="2a4565"/>
          </a:solidFill>
          <a:ln>
            <a:noFill/>
          </a:ln>
        </p:spPr>
        <p:txBody>
          <a:bodyPr tIns="91440" bIns="91440" anchor="ctr">
            <a:noAutofit/>
          </a:bodyPr>
          <a:p>
            <a:pPr algn="ctr">
              <a:lnSpc>
                <a:spcPct val="100000"/>
              </a:lnSpc>
            </a:pPr>
            <a:fld id="{3869614E-7D89-44EB-AB85-B1BCA8557624}" type="slidenum">
              <a:rPr b="0" lang="en-US" sz="1200" spc="-1" strike="noStrike">
                <a:solidFill>
                  <a:srgbClr val="ffffff"/>
                </a:solidFill>
                <a:latin typeface="Arial"/>
                <a:ea typeface="Arial"/>
              </a:rPr>
              <a:t>&lt;編號&gt;</a:t>
            </a:fld>
            <a:endParaRPr b="0" lang="en-US" sz="1200" spc="-1" strike="noStrike">
              <a:latin typeface="Times New Roman"/>
            </a:endParaRPr>
          </a:p>
        </p:txBody>
      </p:sp>
      <p:grpSp>
        <p:nvGrpSpPr>
          <p:cNvPr id="101" name="Group 3"/>
          <p:cNvGrpSpPr/>
          <p:nvPr/>
        </p:nvGrpSpPr>
        <p:grpSpPr>
          <a:xfrm>
            <a:off x="8141400" y="285120"/>
            <a:ext cx="430560" cy="413280"/>
            <a:chOff x="8141400" y="285120"/>
            <a:chExt cx="430560" cy="413280"/>
          </a:xfrm>
        </p:grpSpPr>
        <p:sp>
          <p:nvSpPr>
            <p:cNvPr id="102" name="CustomShape 4"/>
            <p:cNvSpPr/>
            <p:nvPr/>
          </p:nvSpPr>
          <p:spPr>
            <a:xfrm>
              <a:off x="8408160" y="285120"/>
              <a:ext cx="128520" cy="142200"/>
            </a:xfrm>
            <a:custGeom>
              <a:avLst/>
              <a:gdLst/>
              <a:ahLst/>
              <a:rect l="l" t="t" r="r" b="b"/>
              <a:pathLst>
                <a:path w="6449" h="7132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" name="CustomShape 5"/>
            <p:cNvSpPr/>
            <p:nvPr/>
          </p:nvSpPr>
          <p:spPr>
            <a:xfrm>
              <a:off x="8213040" y="306360"/>
              <a:ext cx="102240" cy="118080"/>
            </a:xfrm>
            <a:custGeom>
              <a:avLst/>
              <a:gdLst/>
              <a:ahLst/>
              <a:rect l="l" t="t" r="r" b="b"/>
              <a:pathLst>
                <a:path w="5130" h="5936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CustomShape 6"/>
            <p:cNvSpPr/>
            <p:nvPr/>
          </p:nvSpPr>
          <p:spPr>
            <a:xfrm>
              <a:off x="8141400" y="510480"/>
              <a:ext cx="143640" cy="87120"/>
            </a:xfrm>
            <a:custGeom>
              <a:avLst/>
              <a:gdLst/>
              <a:ahLst/>
              <a:rect l="l" t="t" r="r" b="b"/>
              <a:pathLst>
                <a:path w="7205" h="4373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CustomShape 7"/>
            <p:cNvSpPr/>
            <p:nvPr/>
          </p:nvSpPr>
          <p:spPr>
            <a:xfrm>
              <a:off x="8317440" y="570960"/>
              <a:ext cx="70920" cy="127440"/>
            </a:xfrm>
            <a:custGeom>
              <a:avLst/>
              <a:gdLst/>
              <a:ahLst/>
              <a:rect l="l" t="t" r="r" b="b"/>
              <a:pathLst>
                <a:path w="3567" h="6399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" name="CustomShape 8"/>
            <p:cNvSpPr/>
            <p:nvPr/>
          </p:nvSpPr>
          <p:spPr>
            <a:xfrm>
              <a:off x="8443080" y="473040"/>
              <a:ext cx="128880" cy="71280"/>
            </a:xfrm>
            <a:custGeom>
              <a:avLst/>
              <a:gdLst/>
              <a:ahLst/>
              <a:rect l="l" t="t" r="r" b="b"/>
              <a:pathLst>
                <a:path w="6474" h="3591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CustomShape 9"/>
            <p:cNvSpPr/>
            <p:nvPr/>
          </p:nvSpPr>
          <p:spPr>
            <a:xfrm>
              <a:off x="8284320" y="410760"/>
              <a:ext cx="150840" cy="151200"/>
            </a:xfrm>
            <a:custGeom>
              <a:avLst/>
              <a:gdLst/>
              <a:ahLst/>
              <a:rect l="l" t="t" r="r" b="b"/>
              <a:pathLst>
                <a:path w="7572" h="7597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2a4565"/>
            </a:solidFill>
            <a:ln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8" name="TextShape 10"/>
          <p:cNvSpPr txBox="1"/>
          <p:nvPr/>
        </p:nvSpPr>
        <p:spPr>
          <a:xfrm>
            <a:off x="1556280" y="1042200"/>
            <a:ext cx="7085520" cy="40150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marL="457200" indent="-393480">
              <a:lnSpc>
                <a:spcPct val="100000"/>
              </a:lnSpc>
              <a:spcBef>
                <a:spcPts val="601"/>
              </a:spcBef>
              <a:buClr>
                <a:srgbClr val="d9d9d9"/>
              </a:buClr>
              <a:buFont typeface="Barlow"/>
              <a:buChar char="▪"/>
            </a:pPr>
            <a:r>
              <a:rPr b="0" lang="en-US" sz="1800" spc="-1" strike="noStrike">
                <a:solidFill>
                  <a:srgbClr val="434343"/>
                </a:solidFill>
                <a:latin typeface="Arial"/>
                <a:ea typeface="Arial"/>
              </a:rPr>
              <a:t>題目 </a:t>
            </a:r>
            <a:r>
              <a:rPr b="0" lang="en-US" sz="1800" spc="-1" strike="noStrike">
                <a:solidFill>
                  <a:srgbClr val="434343"/>
                </a:solidFill>
                <a:latin typeface="Arial"/>
                <a:ea typeface="Arial"/>
              </a:rPr>
              <a:t>: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93480">
              <a:lnSpc>
                <a:spcPct val="100000"/>
              </a:lnSpc>
              <a:buClr>
                <a:srgbClr val="d9d9d9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在速度較慢的時候，可以先從哪邊開始檢查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93480">
              <a:lnSpc>
                <a:spcPct val="100000"/>
              </a:lnSpc>
              <a:buClr>
                <a:srgbClr val="d9d9d9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  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資料過大時應採取什麼方式讓記憶體占用量下降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93480">
              <a:spcBef>
                <a:spcPts val="1417"/>
              </a:spcBef>
              <a:buClr>
                <a:srgbClr val="d9d9d9"/>
              </a:buClr>
              <a:buFont typeface="Barlow"/>
              <a:buChar char="▪"/>
            </a:pP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答案：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93480">
              <a:spcBef>
                <a:spcPts val="1134"/>
              </a:spcBef>
              <a:buClr>
                <a:srgbClr val="d9d9d9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先從資料讀寫的格式開始檢查，再檢查進行運算時使用的程式，優先使用內建的函數。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93480">
              <a:spcBef>
                <a:spcPts val="1134"/>
              </a:spcBef>
              <a:buClr>
                <a:srgbClr val="d9d9d9"/>
              </a:buClr>
              <a:buFont typeface="Arial"/>
              <a:buAutoNum type="arabicPeriod"/>
            </a:pP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資料欄位簡單化，儲存資料的位數減少，例如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int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改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uint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，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Float64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改</a:t>
            </a:r>
            <a:r>
              <a:rPr b="0" lang="en-US" sz="1800" spc="-1" strike="noStrike">
                <a:solidFill>
                  <a:srgbClr val="434343"/>
                </a:solidFill>
                <a:latin typeface="Barlow"/>
                <a:ea typeface="Barlow"/>
              </a:rPr>
              <a:t>float32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LibreOffice/6.2.2.2$Windows_X86_64 LibreOffice_project/2b840030fec2aae0fd2658d8d4f9548af4e3518d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zh-TW</dc:language>
  <cp:lastModifiedBy/>
  <dcterms:modified xsi:type="dcterms:W3CDTF">2021-01-31T11:01:26Z</dcterms:modified>
  <cp:revision>2</cp:revision>
  <dc:subject/>
  <dc:title/>
</cp:coreProperties>
</file>